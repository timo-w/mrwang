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82" y="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1CBF2-AF8B-4FED-89F7-C399EFA77AD5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FBDB7-6497-4EB0-AC4F-7F27C8F9E8DB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7011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1CBF2-AF8B-4FED-89F7-C399EFA77AD5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FBDB7-6497-4EB0-AC4F-7F27C8F9E8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8733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1CBF2-AF8B-4FED-89F7-C399EFA77AD5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FBDB7-6497-4EB0-AC4F-7F27C8F9E8DB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2823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1CBF2-AF8B-4FED-89F7-C399EFA77AD5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FBDB7-6497-4EB0-AC4F-7F27C8F9E8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2538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1CBF2-AF8B-4FED-89F7-C399EFA77AD5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FBDB7-6497-4EB0-AC4F-7F27C8F9E8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3665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1CBF2-AF8B-4FED-89F7-C399EFA77AD5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FBDB7-6497-4EB0-AC4F-7F27C8F9E8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6280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1CBF2-AF8B-4FED-89F7-C399EFA77AD5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FBDB7-6497-4EB0-AC4F-7F27C8F9E8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7387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931CBF2-AF8B-4FED-89F7-C399EFA77AD5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83FBDB7-6497-4EB0-AC4F-7F27C8F9E8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0041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1CBF2-AF8B-4FED-89F7-C399EFA77AD5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FBDB7-6497-4EB0-AC4F-7F27C8F9E8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572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1CBF2-AF8B-4FED-89F7-C399EFA77AD5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FBDB7-6497-4EB0-AC4F-7F27C8F9E8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213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1CBF2-AF8B-4FED-89F7-C399EFA77AD5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FBDB7-6497-4EB0-AC4F-7F27C8F9E8D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4419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26385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3023754"/>
            <a:ext cx="10058400" cy="284533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931CBF2-AF8B-4FED-89F7-C399EFA77AD5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83FBDB7-6497-4EB0-AC4F-7F27C8F9E8DB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2927584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2365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Retrospect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Calibri</vt:lpstr>
      <vt:lpstr>Calibri Light</vt:lpstr>
      <vt:lpstr>Retrospect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Timothy Wang (student)</dc:creator>
  <cp:lastModifiedBy>Timothy Wang (student)</cp:lastModifiedBy>
  <cp:revision>3</cp:revision>
  <dcterms:created xsi:type="dcterms:W3CDTF">2026-02-02T17:32:42Z</dcterms:created>
  <dcterms:modified xsi:type="dcterms:W3CDTF">2026-02-02T17:47:26Z</dcterms:modified>
</cp:coreProperties>
</file>