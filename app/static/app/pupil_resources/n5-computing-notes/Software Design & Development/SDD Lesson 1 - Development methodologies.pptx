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358" r:id="rId5"/>
    <p:sldId id="296" r:id="rId6"/>
    <p:sldId id="256" r:id="rId7"/>
    <p:sldId id="377" r:id="rId8"/>
    <p:sldId id="398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384" r:id="rId17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0" y="96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28/08/2025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28/08/2025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15871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E3DC-B3EB-04B7-5C52-454EF080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5C78E-664F-394C-B21D-72A7B0ED9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BC830-7B00-936F-1504-D705C177B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EC4EA-D30F-F7C0-58BC-B89E8A43A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02620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8796-8588-C620-ACCC-39A1F9F1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99451-3271-EA9D-C728-E390E0113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873DF-3258-CED9-4B31-F249FCBE2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53E6C-04AE-1A36-09EC-A7ED71E7B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9404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81A1-98BA-D318-DB28-8DD347258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E450C-8B41-2B04-8E02-4BC7377CC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6FEF3-DF89-D811-A526-161CCC1F5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D8766-8435-59E0-B453-6CD826D0C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85835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2477-98FB-86F6-9017-C0FB79A3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497AE-4E78-3F6A-6D55-037BE9505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B8BC2-DED0-68DA-EDD0-401B91694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0BFAF-C33F-A3B8-9DB3-23C962B45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80765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oto.wuestenigel.com/beautiful-wooden-bridge/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772591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itrus-bundt-cake-cake-634830/" TargetMode="Externa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://www.flickr.com/photos/left-hand/2814011521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pexels.com/photo/sign-pen-business-document-48148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pixabay.com/en/thinking-person-person-thinking-2681494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3366-FA68-AD0E-B6BF-16615D57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535A19-DF8F-282B-3A60-8C84C58C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70197-473D-2B53-4477-3655C7E56C0F}"/>
              </a:ext>
            </a:extLst>
          </p:cNvPr>
          <p:cNvSpPr txBox="1"/>
          <p:nvPr/>
        </p:nvSpPr>
        <p:spPr>
          <a:xfrm>
            <a:off x="1303153" y="1594190"/>
            <a:ext cx="65376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Continue working on your </a:t>
            </a:r>
            <a:r>
              <a:rPr lang="en-GB" sz="2000" b="1" dirty="0"/>
              <a:t>Photography Genres </a:t>
            </a:r>
            <a:r>
              <a:rPr lang="en-GB" sz="2000" dirty="0"/>
              <a:t>presentation from last time if you have not finished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If finished, check your </a:t>
            </a:r>
            <a:r>
              <a:rPr lang="en-GB" sz="2000" b="1" dirty="0"/>
              <a:t>feedback</a:t>
            </a:r>
            <a:endParaRPr lang="en-GB" sz="2000" dirty="0"/>
          </a:p>
        </p:txBody>
      </p:sp>
      <p:pic>
        <p:nvPicPr>
          <p:cNvPr id="1026" name="Picture 2" descr="Microsoft Teams Logo transparent PNG ...">
            <a:extLst>
              <a:ext uri="{FF2B5EF4-FFF2-40B4-BE49-F238E27FC236}">
                <a16:creationId xmlns:a16="http://schemas.microsoft.com/office/drawing/2014/main" id="{9248CC9A-062D-EBE7-FF06-4A1ECC3BB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055" y="3954021"/>
            <a:ext cx="2069890" cy="206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57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software development methodologies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phases of iterative development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phases of an iterative development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Development Methodologies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N5 - Software Design &amp; Development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5195" y="3091453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E357-ABE3-AA32-70C3-BB3291D1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B1D2-EA00-D7E4-B6E3-BE480A64A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0BEF5-D310-C127-DF0C-03C94DE55A1B}"/>
              </a:ext>
            </a:extLst>
          </p:cNvPr>
          <p:cNvSpPr txBox="1"/>
          <p:nvPr/>
        </p:nvSpPr>
        <p:spPr>
          <a:xfrm>
            <a:off x="1357632" y="1843950"/>
            <a:ext cx="6428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Software design is a process with definite phases: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When you code a computer program, you do it in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Often, stages of the process in a cycle are repeated until a satisfactory piece of software is finalised.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8B01F-9094-D304-1D93-85E79DE01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14" y="4621798"/>
            <a:ext cx="8926171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9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7AAA-DC2D-3774-AD0F-92C781B3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1FC5C-BED6-DA45-AEE9-07CE8812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An Analogy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A9C0B0-AF1F-B24C-6A97-2D58E4F9A4C1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Imagine you work in a bakery. </a:t>
            </a:r>
            <a:r>
              <a:rPr lang="en-GB" dirty="0"/>
              <a:t>You are tasked to bake a cake which will sell well in the shop.</a:t>
            </a:r>
          </a:p>
        </p:txBody>
      </p:sp>
      <p:pic>
        <p:nvPicPr>
          <p:cNvPr id="6" name="Picture 5" descr="A cake with white frosting and red cherries on top&#10;&#10;AI-generated content may be incorrect.">
            <a:extLst>
              <a:ext uri="{FF2B5EF4-FFF2-40B4-BE49-F238E27FC236}">
                <a16:creationId xmlns:a16="http://schemas.microsoft.com/office/drawing/2014/main" id="{6D913D91-1AB0-AA49-942E-2380B7C54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37686" y="3584448"/>
            <a:ext cx="3221687" cy="2148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FF537F-9046-5FC8-4380-5B7D4E490FC0}"/>
              </a:ext>
            </a:extLst>
          </p:cNvPr>
          <p:cNvSpPr txBox="1"/>
          <p:nvPr/>
        </p:nvSpPr>
        <p:spPr>
          <a:xfrm>
            <a:off x="1357632" y="2782669"/>
            <a:ext cx="3333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Analysis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/>
              <a:t>“What kind of cake should I bake?”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start by figuring out what kind of cake your guests would love.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Does it need to be gluten free? Vegan? Is it a wedding cake?</a:t>
            </a:r>
          </a:p>
        </p:txBody>
      </p:sp>
    </p:spTree>
    <p:extLst>
      <p:ext uri="{BB962C8B-B14F-4D97-AF65-F5344CB8AC3E}">
        <p14:creationId xmlns:p14="http://schemas.microsoft.com/office/powerpoint/2010/main" val="4302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36EF-7CB9-83F3-1891-10CF73EE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F0B7F-7C43-FC93-B24A-9D133C98C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An Analogy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5EFE8-7823-D7B3-640D-2E70359E30CB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Imagine you work in a bakery. </a:t>
            </a:r>
            <a:r>
              <a:rPr lang="en-GB" dirty="0"/>
              <a:t>You are tasked to bake a cake which will sell well in the shop.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A42B3D-92B2-5162-57BA-81758D0CB7CA}"/>
              </a:ext>
            </a:extLst>
          </p:cNvPr>
          <p:cNvSpPr txBox="1"/>
          <p:nvPr/>
        </p:nvSpPr>
        <p:spPr>
          <a:xfrm>
            <a:off x="1357632" y="2782669"/>
            <a:ext cx="33332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Design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/>
              <a:t>“Let’s sketch the recipe”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plan the ingredients, the baking time, the decoration style.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You’re not baking yet</a:t>
            </a:r>
            <a:r>
              <a:rPr lang="en-GB" dirty="0"/>
              <a:t> - just designing the recipe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 descr="A cake with fruit on top&#10;&#10;AI-generated content may be incorrect.">
            <a:extLst>
              <a:ext uri="{FF2B5EF4-FFF2-40B4-BE49-F238E27FC236}">
                <a16:creationId xmlns:a16="http://schemas.microsoft.com/office/drawing/2014/main" id="{10053125-E225-5347-C0CC-E92FCA3A2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02441" y="3035396"/>
            <a:ext cx="3112909" cy="20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3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0740D-6188-9A89-7D31-AAABA262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9926-5CC8-C6DA-F1AD-B96582E5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An Analogy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83008-18A6-C5CA-00A6-D81A020AEFEA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Imagine you work in a bakery. </a:t>
            </a:r>
            <a:r>
              <a:rPr lang="en-GB" dirty="0"/>
              <a:t>You are tasked to bake a cake which will sell well in the shop.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A3AB9-E503-FC32-2E4F-AFE0DB3215D5}"/>
              </a:ext>
            </a:extLst>
          </p:cNvPr>
          <p:cNvSpPr txBox="1"/>
          <p:nvPr/>
        </p:nvSpPr>
        <p:spPr>
          <a:xfrm>
            <a:off x="1357632" y="2782669"/>
            <a:ext cx="33332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Implementation</a:t>
            </a:r>
          </a:p>
          <a:p>
            <a:endParaRPr lang="en-GB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/>
              <a:t>“Time to bake”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follow the recipe and bake the </a:t>
            </a:r>
            <a:r>
              <a:rPr lang="en-GB" b="1" dirty="0"/>
              <a:t>first version </a:t>
            </a:r>
            <a:r>
              <a:rPr lang="en-GB" dirty="0"/>
              <a:t>of the cake.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might not be perfect, but it’s a </a:t>
            </a:r>
            <a:r>
              <a:rPr lang="en-GB" b="1" dirty="0"/>
              <a:t>working prototype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get something tangible out of the oven.</a:t>
            </a:r>
          </a:p>
        </p:txBody>
      </p:sp>
      <p:pic>
        <p:nvPicPr>
          <p:cNvPr id="6" name="Picture 5" descr="A cake with white icing on it&#10;&#10;AI-generated content may be incorrect.">
            <a:extLst>
              <a:ext uri="{FF2B5EF4-FFF2-40B4-BE49-F238E27FC236}">
                <a16:creationId xmlns:a16="http://schemas.microsoft.com/office/drawing/2014/main" id="{89E29C8C-BF28-664B-1149-CB28538BD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77372" y="3164681"/>
            <a:ext cx="2757868" cy="22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22F3F-9940-4AC5-231D-2B523BBE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A15A-5B73-8DA9-2AB1-09228EEC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An Analogy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EB2C0-9466-1297-151D-37646C74C3FC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Imagine you work in a bakery. </a:t>
            </a:r>
            <a:r>
              <a:rPr lang="en-GB" dirty="0"/>
              <a:t>You are tasked to bake a cake which will sell well in the shop.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92D5E4-FED6-0D6A-6147-313BD339921E}"/>
              </a:ext>
            </a:extLst>
          </p:cNvPr>
          <p:cNvSpPr txBox="1"/>
          <p:nvPr/>
        </p:nvSpPr>
        <p:spPr>
          <a:xfrm>
            <a:off x="1357632" y="2782669"/>
            <a:ext cx="33332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Testing</a:t>
            </a:r>
          </a:p>
          <a:p>
            <a:endParaRPr lang="en-GB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/>
              <a:t>“Taste test”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slice it up and let people try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Maybe the frosting’s too sweet or the sponge is too dry.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</a:t>
            </a:r>
            <a:r>
              <a:rPr lang="en-GB" b="1" dirty="0"/>
              <a:t>gather feedback </a:t>
            </a:r>
            <a:r>
              <a:rPr lang="en-GB" dirty="0"/>
              <a:t>and </a:t>
            </a:r>
            <a:r>
              <a:rPr lang="en-GB" b="1" dirty="0"/>
              <a:t>note what needs fixing</a:t>
            </a:r>
            <a:r>
              <a:rPr lang="en-GB" dirty="0"/>
              <a:t>.</a:t>
            </a:r>
          </a:p>
        </p:txBody>
      </p:sp>
      <p:pic>
        <p:nvPicPr>
          <p:cNvPr id="5" name="Picture 4" descr="A person with a red blindfold&#10;&#10;AI-generated content may be incorrect.">
            <a:extLst>
              <a:ext uri="{FF2B5EF4-FFF2-40B4-BE49-F238E27FC236}">
                <a16:creationId xmlns:a16="http://schemas.microsoft.com/office/drawing/2014/main" id="{2E947E2E-7EC0-33FD-26E5-2F8BFCDEC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10706" y="3122744"/>
            <a:ext cx="3304644" cy="216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1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0E360-65CD-A1DA-8306-3BC5E78FE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7F76-6A8B-F81A-F2C7-41F976ED7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An Analogy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A6C78-44E7-A809-862E-9A466B860E17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Imagine you work in a bakery. </a:t>
            </a:r>
            <a:r>
              <a:rPr lang="en-GB" dirty="0"/>
              <a:t>You are tasked to bake a cake which will sell well in the shop.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817C1-319A-9C56-B8E3-B8641B6F98E8}"/>
              </a:ext>
            </a:extLst>
          </p:cNvPr>
          <p:cNvSpPr txBox="1"/>
          <p:nvPr/>
        </p:nvSpPr>
        <p:spPr>
          <a:xfrm>
            <a:off x="1357632" y="2782669"/>
            <a:ext cx="3333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Documentation</a:t>
            </a:r>
          </a:p>
          <a:p>
            <a:endParaRPr lang="en-GB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/>
              <a:t>“Write down what worked (and what didn’t).”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jot down the adjusted recipe, the tweaks you made.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This helps you (or others) replicate or improve the cake next time.</a:t>
            </a:r>
          </a:p>
        </p:txBody>
      </p:sp>
      <p:pic>
        <p:nvPicPr>
          <p:cNvPr id="6" name="Picture 5" descr="A hand writing on a piece of paper&#10;&#10;AI-generated content may be incorrect.">
            <a:extLst>
              <a:ext uri="{FF2B5EF4-FFF2-40B4-BE49-F238E27FC236}">
                <a16:creationId xmlns:a16="http://schemas.microsoft.com/office/drawing/2014/main" id="{303D5B32-5730-1B8B-4520-C87B72845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113782" y="3412587"/>
            <a:ext cx="3401568" cy="191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3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1BA1A-C05F-78F3-C8D0-51467FA7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5743F-FCD0-7062-C771-64B080DC1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An Analogy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FCA63-1E90-FF14-A5A1-D32C0266BFB9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Imagine you work in a bakery. </a:t>
            </a:r>
            <a:r>
              <a:rPr lang="en-GB" dirty="0"/>
              <a:t>You are tasked to bake a cake which will sell well in the shop.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BD6E9F-4A15-C884-4E24-62E80237DD0B}"/>
              </a:ext>
            </a:extLst>
          </p:cNvPr>
          <p:cNvSpPr txBox="1"/>
          <p:nvPr/>
        </p:nvSpPr>
        <p:spPr>
          <a:xfrm>
            <a:off x="1357632" y="2782669"/>
            <a:ext cx="33332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Evaluation</a:t>
            </a:r>
          </a:p>
          <a:p>
            <a:endParaRPr lang="en-GB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/>
              <a:t>“Was it a hit?”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reflect: Did the cake meet expectations? Was it better than last time?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What could be improved in the next iteration?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use this insight to start the cycle again.</a:t>
            </a:r>
            <a:endParaRPr lang="en-GB" b="1" dirty="0"/>
          </a:p>
        </p:txBody>
      </p:sp>
      <p:pic>
        <p:nvPicPr>
          <p:cNvPr id="5" name="Picture 4" descr="A person with her hand on her chin&#10;&#10;AI-generated content may be incorrect.">
            <a:extLst>
              <a:ext uri="{FF2B5EF4-FFF2-40B4-BE49-F238E27FC236}">
                <a16:creationId xmlns:a16="http://schemas.microsoft.com/office/drawing/2014/main" id="{12ED3B28-7E56-CF99-9EE6-6F15C81F3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120640" y="2907600"/>
            <a:ext cx="3639312" cy="242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4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5B98-7C56-50F4-6E3A-005D72F4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6F83-45E9-139C-39A7-6C0CB9E8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Iterative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757A12-EC29-82D4-9A61-241825229975}"/>
              </a:ext>
            </a:extLst>
          </p:cNvPr>
          <p:cNvSpPr txBox="1"/>
          <p:nvPr/>
        </p:nvSpPr>
        <p:spPr>
          <a:xfrm>
            <a:off x="1357632" y="1843950"/>
            <a:ext cx="642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This is an example of the iterative development cycle.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67499-9740-2A3D-41C1-ABDE397E001F}"/>
              </a:ext>
            </a:extLst>
          </p:cNvPr>
          <p:cNvSpPr txBox="1"/>
          <p:nvPr/>
        </p:nvSpPr>
        <p:spPr>
          <a:xfrm>
            <a:off x="1357632" y="2480917"/>
            <a:ext cx="63324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are 6 stages:</a:t>
            </a:r>
          </a:p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Analysis – what is the purpose of the program?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Design – how will I code the solution?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Implementation – write code to solve the problem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Testing – does my code work?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Documentation – explaining the code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Evaluation – how well does the code work?</a:t>
            </a:r>
          </a:p>
        </p:txBody>
      </p:sp>
    </p:spTree>
    <p:extLst>
      <p:ext uri="{BB962C8B-B14F-4D97-AF65-F5344CB8AC3E}">
        <p14:creationId xmlns:p14="http://schemas.microsoft.com/office/powerpoint/2010/main" val="427836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2E170-B2E4-E840-05BA-F1E70912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FE82-D9B1-CE07-1186-6BAA2265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Iteration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E50A6-1C2C-2606-098C-9F10402A76C3}"/>
              </a:ext>
            </a:extLst>
          </p:cNvPr>
          <p:cNvSpPr txBox="1"/>
          <p:nvPr/>
        </p:nvSpPr>
        <p:spPr>
          <a:xfrm>
            <a:off x="1357632" y="1843950"/>
            <a:ext cx="64287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Iteration means </a:t>
            </a:r>
            <a:r>
              <a:rPr lang="en-GB" b="1" dirty="0"/>
              <a:t>repeating</a:t>
            </a:r>
            <a:r>
              <a:rPr lang="en-GB" dirty="0"/>
              <a:t> a process: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software development, it is the term used to describe </a:t>
            </a:r>
            <a:r>
              <a:rPr lang="en-GB" b="1" dirty="0"/>
              <a:t>repeating or revisiting phases </a:t>
            </a:r>
            <a:r>
              <a:rPr lang="en-GB" dirty="0"/>
              <a:t>that may have been worked on already.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r>
              <a:rPr lang="en-GB" dirty="0"/>
              <a:t>For example: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</a:t>
            </a:r>
            <a:r>
              <a:rPr lang="en-GB" b="1" dirty="0"/>
              <a:t>Testing</a:t>
            </a:r>
            <a:r>
              <a:rPr lang="en-GB" dirty="0"/>
              <a:t> stage, you might find a bug in your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Then, you return to the </a:t>
            </a:r>
            <a:r>
              <a:rPr lang="en-GB" b="1" dirty="0"/>
              <a:t>Implementation </a:t>
            </a:r>
            <a:r>
              <a:rPr lang="en-GB" dirty="0"/>
              <a:t>stage to fix the bug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After, you can go back to the </a:t>
            </a:r>
            <a:r>
              <a:rPr lang="en-GB" b="1" dirty="0"/>
              <a:t>Testing </a:t>
            </a:r>
            <a:r>
              <a:rPr lang="en-GB" dirty="0"/>
              <a:t>stage to see if the bug is fixed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it is, you can move on and complete the cycle</a:t>
            </a:r>
          </a:p>
        </p:txBody>
      </p:sp>
    </p:spTree>
    <p:extLst>
      <p:ext uri="{BB962C8B-B14F-4D97-AF65-F5344CB8AC3E}">
        <p14:creationId xmlns:p14="http://schemas.microsoft.com/office/powerpoint/2010/main" val="77736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0864C-D80B-6FB3-F303-C4ECEB68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4816-EB1C-074E-E20D-E2275973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5D6EA-4F7E-7E74-0E98-232D1DF62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C57AB-B767-A356-D506-C63F3B81C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hardware used to capture and process still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describe image hardware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CE929-9015-57D1-D468-9D6BCD392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5484-EFDB-7E0B-9024-F272AD921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Identify and describe the uses of different still image hardware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Create a presentation about different types of image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971353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c5f0b38251d317ab277e387d6b557b9b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921f147f580d21fb0753fb6d8f6b699d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</ds:schemaRefs>
</ds:datastoreItem>
</file>

<file path=customXml/itemProps2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582905-9CB9-4DB4-8DED-DC91A5794E3C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1947</TotalTime>
  <Words>674</Words>
  <Application>Microsoft Office PowerPoint</Application>
  <PresentationFormat>On-screen Show (4:3)</PresentationFormat>
  <Paragraphs>122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Monoline</vt:lpstr>
      <vt:lpstr>Starter Task</vt:lpstr>
      <vt:lpstr>Learning intentions and success criteria</vt:lpstr>
      <vt:lpstr>Development Methodologies</vt:lpstr>
      <vt:lpstr>Introduction</vt:lpstr>
      <vt:lpstr>An Analogy</vt:lpstr>
      <vt:lpstr>An Analogy</vt:lpstr>
      <vt:lpstr>An Analogy</vt:lpstr>
      <vt:lpstr>An Analogy</vt:lpstr>
      <vt:lpstr>An Analogy</vt:lpstr>
      <vt:lpstr>An Analogy</vt:lpstr>
      <vt:lpstr>Iterative Development</vt:lpstr>
      <vt:lpstr>Iteration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TWang (Bellahouston)</cp:lastModifiedBy>
  <cp:revision>157</cp:revision>
  <cp:lastPrinted>2025-08-18T09:52:00Z</cp:lastPrinted>
  <dcterms:created xsi:type="dcterms:W3CDTF">2025-02-10T23:03:02Z</dcterms:created>
  <dcterms:modified xsi:type="dcterms:W3CDTF">2025-08-28T11:39:18Z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