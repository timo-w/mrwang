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58" r:id="rId5"/>
    <p:sldId id="368" r:id="rId6"/>
    <p:sldId id="296" r:id="rId7"/>
    <p:sldId id="256" r:id="rId8"/>
    <p:sldId id="362" r:id="rId9"/>
    <p:sldId id="370" r:id="rId10"/>
    <p:sldId id="371" r:id="rId11"/>
    <p:sldId id="372" r:id="rId12"/>
    <p:sldId id="376" r:id="rId13"/>
    <p:sldId id="373" r:id="rId14"/>
    <p:sldId id="374" r:id="rId15"/>
    <p:sldId id="375" r:id="rId16"/>
    <p:sldId id="369" r:id="rId17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EBE"/>
    <a:srgbClr val="990055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50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18/08/2025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18/08/2025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1594190"/>
            <a:ext cx="6537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Login to a computer</a:t>
            </a:r>
            <a:r>
              <a:rPr lang="en-GB" sz="2000" dirty="0"/>
              <a:t> (might take a while)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Sign into </a:t>
            </a:r>
            <a:r>
              <a:rPr lang="en-GB" sz="2000" b="1" dirty="0"/>
              <a:t>Glow</a:t>
            </a:r>
            <a:r>
              <a:rPr lang="en-GB" sz="2000" dirty="0"/>
              <a:t> then open </a:t>
            </a:r>
            <a:r>
              <a:rPr lang="en-GB" sz="2000" b="1" dirty="0"/>
              <a:t>Teams</a:t>
            </a:r>
          </a:p>
        </p:txBody>
      </p:sp>
      <p:pic>
        <p:nvPicPr>
          <p:cNvPr id="1026" name="Picture 2" descr="Microsoft Teams Logo transparent PNG ...">
            <a:extLst>
              <a:ext uri="{FF2B5EF4-FFF2-40B4-BE49-F238E27FC236}">
                <a16:creationId xmlns:a16="http://schemas.microsoft.com/office/drawing/2014/main" id="{9248CC9A-062D-EBE7-FF06-4A1ECC3BB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7055" y="2609853"/>
            <a:ext cx="2069890" cy="206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DA6E1-E160-B08F-44B2-BB276729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0CF100-ECAB-156E-877A-5B44DDCD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283"/>
            <a:ext cx="9144000" cy="593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6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Still image editing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use editing to change the look of an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and define still image editing 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Edit still images using </a:t>
            </a:r>
            <a:r>
              <a:rPr lang="en-GB" sz="2000" dirty="0" err="1"/>
              <a:t>PhotoPlus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Editing Still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NPA Digital Media</a:t>
            </a:r>
          </a:p>
        </p:txBody>
      </p:sp>
      <p:pic>
        <p:nvPicPr>
          <p:cNvPr id="7" name="Graphic 6" descr="Web design with solid fill">
            <a:extLst>
              <a:ext uri="{FF2B5EF4-FFF2-40B4-BE49-F238E27FC236}">
                <a16:creationId xmlns:a16="http://schemas.microsoft.com/office/drawing/2014/main" id="{32C66687-B496-6DC4-AEE1-44E1E8DE1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5678" y="2751094"/>
            <a:ext cx="1653898" cy="165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CE29-28B8-D3C3-ED09-B00F99E8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A3D5-49C0-40B1-1B72-C025EDA1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Level 5 Assessment Brief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650C2-BCF3-E1E1-9033-A38027F666F5}"/>
              </a:ext>
            </a:extLst>
          </p:cNvPr>
          <p:cNvSpPr txBox="1"/>
          <p:nvPr/>
        </p:nvSpPr>
        <p:spPr>
          <a:xfrm>
            <a:off x="1357632" y="1843950"/>
            <a:ext cx="6428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theme is a </a:t>
            </a:r>
            <a:r>
              <a:rPr lang="en-GB" b="1" dirty="0"/>
              <a:t>day in the life of a pupil</a:t>
            </a:r>
            <a:r>
              <a:rPr lang="en-GB" dirty="0"/>
              <a:t>, You are to acquire at least: </a:t>
            </a:r>
          </a:p>
          <a:p>
            <a:endParaRPr lang="en-GB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10 photographs, one of which should contain a person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8 audio clips 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GB" dirty="0"/>
              <a:t>6 moving images </a:t>
            </a:r>
          </a:p>
          <a:p>
            <a:endParaRPr lang="en-GB" dirty="0"/>
          </a:p>
          <a:p>
            <a:r>
              <a:rPr lang="en-GB" dirty="0"/>
              <a:t>The media elements should cover a range of stills, audio and moving images to show what a typical day in your life is like, for example, traffic, playing games, walking or what you do at home.</a:t>
            </a:r>
          </a:p>
          <a:p>
            <a:endParaRPr lang="en-GB" dirty="0"/>
          </a:p>
          <a:p>
            <a:r>
              <a:rPr lang="en-GB" dirty="0"/>
              <a:t>This is to be presented either as a </a:t>
            </a:r>
            <a:r>
              <a:rPr lang="en-GB" b="1" dirty="0"/>
              <a:t>presentation</a:t>
            </a:r>
            <a:r>
              <a:rPr lang="en-GB" dirty="0"/>
              <a:t>,</a:t>
            </a:r>
            <a:r>
              <a:rPr lang="en-GB" b="1" dirty="0"/>
              <a:t> blog</a:t>
            </a:r>
            <a:r>
              <a:rPr lang="en-GB" dirty="0"/>
              <a:t>,</a:t>
            </a:r>
            <a:r>
              <a:rPr lang="en-GB" b="1" dirty="0"/>
              <a:t> website </a:t>
            </a:r>
            <a:r>
              <a:rPr lang="en-GB" dirty="0"/>
              <a:t>or a </a:t>
            </a:r>
            <a:r>
              <a:rPr lang="en-GB" b="1" dirty="0"/>
              <a:t>movie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645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14359-7C1F-A78C-72E2-E15291F5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280D-4355-7894-5AF6-F84CB1CD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Editing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19FEB-71E3-10E2-1426-4C92A6361B98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Today we will cover a variety of </a:t>
            </a:r>
            <a:r>
              <a:rPr lang="en-GB" b="1" dirty="0"/>
              <a:t>still image editing terms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will use these when producing your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 least </a:t>
            </a:r>
            <a:r>
              <a:rPr lang="en-GB" b="1" dirty="0"/>
              <a:t>six</a:t>
            </a:r>
            <a:r>
              <a:rPr lang="en-GB" dirty="0"/>
              <a:t> of your ten images must be edited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need to explain </a:t>
            </a:r>
            <a:r>
              <a:rPr lang="en-GB" b="1" dirty="0"/>
              <a:t>what edits </a:t>
            </a:r>
            <a:r>
              <a:rPr lang="en-GB" dirty="0"/>
              <a:t>you made to the image</a:t>
            </a:r>
          </a:p>
        </p:txBody>
      </p:sp>
      <p:pic>
        <p:nvPicPr>
          <p:cNvPr id="1030" name="Picture 6" descr="Best Photo Editor for Beginners - Free, Trial and Paid | Skylum Blog">
            <a:extLst>
              <a:ext uri="{FF2B5EF4-FFF2-40B4-BE49-F238E27FC236}">
                <a16:creationId xmlns:a16="http://schemas.microsoft.com/office/drawing/2014/main" id="{6D7F01B6-3570-C821-2006-CDDC4FE37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826" y="4101669"/>
            <a:ext cx="3784348" cy="252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36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51F8-888E-9EA8-FCA5-69CB0809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BAE8-CEC8-A0B7-0314-FC4B3D0A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Brightness/Contrast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0F21A-84B7-4665-1EDB-E65C97944365}"/>
              </a:ext>
            </a:extLst>
          </p:cNvPr>
          <p:cNvSpPr txBox="1"/>
          <p:nvPr/>
        </p:nvSpPr>
        <p:spPr>
          <a:xfrm>
            <a:off x="1357632" y="1843950"/>
            <a:ext cx="64287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Gamma: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measure of the </a:t>
            </a:r>
            <a:r>
              <a:rPr lang="en-GB" b="1" dirty="0"/>
              <a:t>brightness and contrast </a:t>
            </a:r>
            <a:r>
              <a:rPr lang="en-GB" dirty="0"/>
              <a:t>of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Brightness: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amount</a:t>
            </a:r>
            <a:r>
              <a:rPr lang="en-GB" dirty="0"/>
              <a:t> or intensity of 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Contrast: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difference between the </a:t>
            </a:r>
            <a:r>
              <a:rPr lang="en-GB" b="1" dirty="0"/>
              <a:t>darkest and lightest </a:t>
            </a:r>
            <a:r>
              <a:rPr lang="en-GB" dirty="0"/>
              <a:t>areas in an image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8DED33-71D1-C1CA-1D13-BA01F138B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516" y="4767653"/>
            <a:ext cx="3257438" cy="140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720CC74-BD6D-C04B-D292-3418B1DFA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641" y="4757939"/>
            <a:ext cx="1975637" cy="136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11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F78C2-2A4A-87D1-D4D5-67122D40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18A2-110D-DF5A-9615-5FA1C68E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Colour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156F6-6839-AFBB-EBF1-37EF675C21A8}"/>
              </a:ext>
            </a:extLst>
          </p:cNvPr>
          <p:cNvSpPr txBox="1"/>
          <p:nvPr/>
        </p:nvSpPr>
        <p:spPr>
          <a:xfrm>
            <a:off x="1357632" y="1843950"/>
            <a:ext cx="6428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RGB: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Red, Green and Blue. The </a:t>
            </a:r>
            <a:r>
              <a:rPr lang="en-GB" b="1" dirty="0"/>
              <a:t>three primary colours</a:t>
            </a:r>
            <a:r>
              <a:rPr lang="en-GB" dirty="0"/>
              <a:t> used to make a colour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CYMK: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Cyan Magenta Yellow and Key (usually black). The colours of </a:t>
            </a:r>
            <a:r>
              <a:rPr lang="en-GB" b="1" dirty="0"/>
              <a:t>inks used in printers</a:t>
            </a:r>
          </a:p>
        </p:txBody>
      </p:sp>
      <p:pic>
        <p:nvPicPr>
          <p:cNvPr id="3076" name="Picture 4" descr="RGB vs. CMYK color schemes">
            <a:extLst>
              <a:ext uri="{FF2B5EF4-FFF2-40B4-BE49-F238E27FC236}">
                <a16:creationId xmlns:a16="http://schemas.microsoft.com/office/drawing/2014/main" id="{D94FF012-A0E7-9474-6A1D-0E62767C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632" y="3982906"/>
            <a:ext cx="6428736" cy="25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16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D25E-DB66-BAC0-5B29-2AEA280D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BCAE-9A6F-04FB-60D3-6D68FB15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Colour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40D73-E82B-F059-BA29-5E7008EC6EE4}"/>
              </a:ext>
            </a:extLst>
          </p:cNvPr>
          <p:cNvSpPr txBox="1"/>
          <p:nvPr/>
        </p:nvSpPr>
        <p:spPr>
          <a:xfrm>
            <a:off x="1357632" y="1843950"/>
            <a:ext cx="6428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visual perception of colour –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actual colour</a:t>
            </a:r>
            <a:endParaRPr lang="en-GB" dirty="0"/>
          </a:p>
          <a:p>
            <a:endParaRPr lang="en-GB" dirty="0"/>
          </a:p>
          <a:p>
            <a:r>
              <a:rPr lang="en-GB" dirty="0"/>
              <a:t>Saturation: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amount of colour in a photo – </a:t>
            </a:r>
            <a:r>
              <a:rPr lang="en-GB" b="1" dirty="0"/>
              <a:t>the intensity of the colour</a:t>
            </a:r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6E0128-B984-6CE1-B045-43209659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859" y="3536723"/>
            <a:ext cx="4630282" cy="314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02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F6E50-CF76-39CA-C7B4-ED40B9F8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8CB2-7AE7-5260-D14D-CE0D45D7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Colour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1FA44-5956-A820-54D7-538EA543024A}"/>
              </a:ext>
            </a:extLst>
          </p:cNvPr>
          <p:cNvSpPr txBox="1"/>
          <p:nvPr/>
        </p:nvSpPr>
        <p:spPr>
          <a:xfrm>
            <a:off x="1357632" y="1843950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Colour correction: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Technique used to </a:t>
            </a:r>
            <a:r>
              <a:rPr lang="en-GB" b="1" dirty="0"/>
              <a:t>improve or correct </a:t>
            </a:r>
            <a:r>
              <a:rPr lang="en-GB" dirty="0"/>
              <a:t>the colour of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Red eye: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reflection of a camera’s flash </a:t>
            </a:r>
            <a:r>
              <a:rPr lang="en-GB" dirty="0"/>
              <a:t>from the back of a subject’s eye</a:t>
            </a:r>
          </a:p>
        </p:txBody>
      </p:sp>
      <p:pic>
        <p:nvPicPr>
          <p:cNvPr id="5122" name="Picture 2" descr="Color Correction">
            <a:extLst>
              <a:ext uri="{FF2B5EF4-FFF2-40B4-BE49-F238E27FC236}">
                <a16:creationId xmlns:a16="http://schemas.microsoft.com/office/drawing/2014/main" id="{543918A1-4AA1-0640-A4D9-856B84A01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36" y="3842629"/>
            <a:ext cx="4728927" cy="266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74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C53D-E17F-9AAD-3E9F-A9CBBF24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D27C-FCD2-0102-BB33-9E69BE96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Image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12FBD-3268-C690-3F89-A79B9C12CBEA}"/>
              </a:ext>
            </a:extLst>
          </p:cNvPr>
          <p:cNvSpPr txBox="1"/>
          <p:nvPr/>
        </p:nvSpPr>
        <p:spPr>
          <a:xfrm>
            <a:off x="1357632" y="1843950"/>
            <a:ext cx="6428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Crop: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 </a:t>
            </a:r>
            <a:r>
              <a:rPr lang="en-GB" b="1" dirty="0"/>
              <a:t>remove unwanted parts </a:t>
            </a:r>
            <a:r>
              <a:rPr lang="en-GB" dirty="0"/>
              <a:t>of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Scale: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Reduce / increase the size </a:t>
            </a:r>
            <a:r>
              <a:rPr lang="en-GB" dirty="0"/>
              <a:t>of an image but keep the aspect ratio the same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D58DB9C-C0D9-638C-0B5D-9CBE10D5C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89" y="3857882"/>
            <a:ext cx="4301221" cy="26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64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29ED-292E-44D4-AEC2-7DE7D01B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9A6B-9F23-D486-30A1-093491B0C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Image Perspective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14792-0B0D-9265-8C52-EBD95B124A3F}"/>
              </a:ext>
            </a:extLst>
          </p:cNvPr>
          <p:cNvSpPr txBox="1"/>
          <p:nvPr/>
        </p:nvSpPr>
        <p:spPr>
          <a:xfrm>
            <a:off x="1357632" y="1843950"/>
            <a:ext cx="64287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Skew: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 apply a </a:t>
            </a:r>
            <a:r>
              <a:rPr lang="en-GB" b="1" dirty="0"/>
              <a:t>horizontal or vertical slant </a:t>
            </a:r>
            <a:r>
              <a:rPr lang="en-GB" dirty="0"/>
              <a:t>to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Rotate: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Turn the image </a:t>
            </a:r>
            <a:r>
              <a:rPr lang="en-GB" dirty="0"/>
              <a:t>at an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Distort: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</a:t>
            </a:r>
            <a:r>
              <a:rPr lang="en-GB" b="1" dirty="0"/>
              <a:t>abnormality</a:t>
            </a:r>
            <a:r>
              <a:rPr lang="en-GB" dirty="0"/>
              <a:t> in image quality such as stretching the image</a:t>
            </a:r>
          </a:p>
        </p:txBody>
      </p:sp>
      <p:pic>
        <p:nvPicPr>
          <p:cNvPr id="7170" name="Picture 2" descr="skewY-example">
            <a:extLst>
              <a:ext uri="{FF2B5EF4-FFF2-40B4-BE49-F238E27FC236}">
                <a16:creationId xmlns:a16="http://schemas.microsoft.com/office/drawing/2014/main" id="{3FB338DE-E170-095C-FE19-2941F74C6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12"/>
          <a:stretch>
            <a:fillRect/>
          </a:stretch>
        </p:blipFill>
        <p:spPr bwMode="auto">
          <a:xfrm>
            <a:off x="416266" y="4613930"/>
            <a:ext cx="5024868" cy="205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E58B5-B1E4-6E81-CC01-03724E9E2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22" y="4564241"/>
            <a:ext cx="2743328" cy="205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2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B365-C417-7C40-8B47-5703E42D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119E-9426-FE71-971C-06EC596F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6CD5A-F361-3EF1-E06A-504C8497C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4981B-2051-FC5B-E161-FD256B06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Still image editing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use editing to change the look of an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0A5E0-4827-9A9F-4227-8FF10265E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26918-C847-5383-1343-BDCBF3916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Identify and define still image editing 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Edit still images using </a:t>
            </a:r>
            <a:r>
              <a:rPr lang="en-GB" sz="2000" dirty="0" err="1"/>
              <a:t>PhotoPlus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2818351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1745</TotalTime>
  <Words>437</Words>
  <Application>Microsoft Office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Monoline</vt:lpstr>
      <vt:lpstr>Starter Task</vt:lpstr>
      <vt:lpstr>PowerPoint Presentation</vt:lpstr>
      <vt:lpstr>Learning intentions and success criteria</vt:lpstr>
      <vt:lpstr>Editing Still Images</vt:lpstr>
      <vt:lpstr>Level 5 Assessment Brief</vt:lpstr>
      <vt:lpstr>Editing Terms</vt:lpstr>
      <vt:lpstr>Brightness/Contrast</vt:lpstr>
      <vt:lpstr>Colour Models</vt:lpstr>
      <vt:lpstr>Colour</vt:lpstr>
      <vt:lpstr>Colour</vt:lpstr>
      <vt:lpstr>Image Size</vt:lpstr>
      <vt:lpstr>Image Perspective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TWang (Bellahouston)</cp:lastModifiedBy>
  <cp:revision>121</cp:revision>
  <cp:lastPrinted>2025-08-18T09:52:00Z</cp:lastPrinted>
  <dcterms:created xsi:type="dcterms:W3CDTF">2025-02-10T23:03:02Z</dcterms:created>
  <dcterms:modified xsi:type="dcterms:W3CDTF">2025-08-18T09:55:29Z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